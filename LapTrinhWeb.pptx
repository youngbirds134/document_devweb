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7B285E8-410B-4C6E-8258-6896EC3B2F16}">
          <p14:sldIdLst>
            <p14:sldId id="256"/>
            <p14:sldId id="25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0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66455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16778"/>
            <a:ext cx="12192000" cy="1069514"/>
          </a:xfrm>
          <a:prstGeom prst="rect">
            <a:avLst/>
          </a:prstGeom>
        </p:spPr>
        <p:txBody>
          <a:bodyPr anchor="ctr"/>
          <a:lstStyle>
            <a:lvl1pPr>
              <a:defRPr b="1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altLang="ko-KR" dirty="0" smtClean="0"/>
              <a:t> Click to add title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6064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6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dirty="0" smtClean="0"/>
              <a:t>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623392" y="2276872"/>
            <a:ext cx="10972800" cy="3600400"/>
          </a:xfrm>
          <a:prstGeom prst="rect">
            <a:avLst/>
          </a:prstGeom>
        </p:spPr>
        <p:txBody>
          <a:bodyPr lIns="396000" anchor="t"/>
          <a:lstStyle>
            <a:lvl1pPr marL="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altLang="ko-KR" smtClean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3522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40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spcBef>
          <a:spcPct val="0"/>
        </a:spcBef>
        <a:buNone/>
        <a:defRPr sz="40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789816" y="4564782"/>
            <a:ext cx="6546539" cy="92333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THIẾT KẾ WEB</a:t>
            </a:r>
            <a:endParaRPr lang="en-US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7374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HTML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 smtClean="0"/>
              <a:t> 1) HTML </a:t>
            </a:r>
            <a:r>
              <a:rPr lang="en-US" dirty="0" err="1" smtClean="0"/>
              <a:t>là</a:t>
            </a:r>
            <a:r>
              <a:rPr lang="en-US" dirty="0" smtClean="0"/>
              <a:t> </a:t>
            </a:r>
            <a:r>
              <a:rPr lang="en-US" dirty="0" err="1" smtClean="0"/>
              <a:t>gì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557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t-of-Abstract-Color-PowerPoint-Templates-Standar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Set-of-Abstract-Color-PowerPoint-Templates-Standard</Template>
  <TotalTime>19</TotalTime>
  <Words>10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굴림</vt:lpstr>
      <vt:lpstr>Set-of-Abstract-Color-PowerPoint-Templates-Standard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THI THU TRANG</dc:creator>
  <cp:lastModifiedBy>Huy</cp:lastModifiedBy>
  <cp:revision>3</cp:revision>
  <dcterms:created xsi:type="dcterms:W3CDTF">2021-04-20T09:25:17Z</dcterms:created>
  <dcterms:modified xsi:type="dcterms:W3CDTF">2021-04-20T09:44:38Z</dcterms:modified>
</cp:coreProperties>
</file>